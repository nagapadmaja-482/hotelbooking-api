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3" r:id="rId4"/>
    <p:sldId id="266" r:id="rId5"/>
    <p:sldId id="268" r:id="rId6"/>
    <p:sldId id="269" r:id="rId7"/>
    <p:sldId id="270" r:id="rId8"/>
    <p:sldId id="260" r:id="rId9"/>
    <p:sldId id="262" r:id="rId10"/>
    <p:sldId id="265" r:id="rId11"/>
    <p:sldId id="261" r:id="rId12"/>
    <p:sldId id="271" r:id="rId13"/>
    <p:sldId id="25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B0EF"/>
    <a:srgbClr val="EA7E68"/>
    <a:srgbClr val="FFFFFF"/>
    <a:srgbClr val="F39E34"/>
    <a:srgbClr val="23AAAD"/>
    <a:srgbClr val="1B1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60084-00C4-4D6E-AD66-2FB89884C398}" v="89" dt="2025-09-08T05:29:35.210"/>
    <p1510:client id="{5E14C916-A806-8C1D-A8C4-8795CF0AC13B}" v="23" dt="2025-09-09T04:33:51.387"/>
    <p1510:client id="{66C7B697-138B-C77B-960E-1D84C760125B}" v="802" dt="2025-09-08T10:38:25.730"/>
    <p1510:client id="{6C15708D-4E43-C056-D17B-31CF469236BF}" v="16" dt="2025-09-09T08:39:14.509"/>
    <p1510:client id="{6CC0E1E7-2285-1278-1DBC-EB931659D1B9}" v="7" dt="2025-09-08T05:23:59.943"/>
    <p1510:client id="{9A3955EB-6812-E86E-F131-E8A68FD9F101}" v="6" dt="2025-09-08T10:36:15.844"/>
    <p1510:client id="{D6161307-3953-B13C-861D-5BBDF5892469}" v="2" dt="2025-09-08T11:10:34.069"/>
    <p1510:client id="{E8F228DC-951E-0D82-6147-7B9322BA257C}" v="4" dt="2025-09-08T08:46:56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E5F0-F600-46C3-AE4D-5148C69FFBAD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EF6FF-9132-45E0-97B0-6601D5F65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58DA-DB18-5DFE-C6ED-5C0E5BE9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5052-7CE1-B1CB-93FD-9E7E10839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672DE-6241-691F-6B1E-D26C1B8BB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9DAF1-CCF9-11DD-5DAD-A95F9504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0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1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86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DE9B-9A6B-E56B-3A2E-48544F06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8E850-7BF3-F953-0587-699BF69E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1E806-44D7-F165-8A01-EBB92CDA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82158-080C-8795-393F-0DC573462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79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9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E9D4-CBBD-39CF-AB04-BF492945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9F787-A6F0-B4AA-E084-B6E6A2965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7AC2-B99D-4E92-643D-E755FB13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E8F1-0B97-8411-9791-E2816322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FF63-8290-6775-8277-205603A4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8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706E-CA7F-38DC-3ABC-4F852DF7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F1B5-7512-79D3-6D27-ACE3DE8E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CBC36-52A8-E007-5F87-D62CEE28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E764-0E8F-32F3-959D-0F804A37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5893-D3ED-A111-1DE0-119AD82E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4975-5492-925A-B15F-E8CC6C30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5FB7A-94FF-7667-A5AE-CDBA3EED9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78E6-0E53-3566-5185-3282A7AC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4B46-3170-CA59-EB06-0A7AC393A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8DCD-0235-FAC9-2827-6C5C8B10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4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336E-6F64-9716-79F6-09C1859B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254C-3BFA-9701-AC0A-69FFD312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3CF7D-60F3-4DD1-50E0-47BBB8577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5E01B-DD97-C969-E069-6D672235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5A4BF-086F-98BB-F707-75DF6DF4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3B833-D94C-1AC9-CFFD-831D8DA1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9E33-AED8-B87B-9CC4-4BAB91FC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38AB0-C97E-6DAB-D4F9-4E6E880A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B543-54DF-5442-98C7-915747DAA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64A0E-6894-69A9-F1E4-675924EDF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9B4D7-7FE4-E06D-00C8-F9CB7BAB3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C1D51-1765-5933-46E9-9583E41C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0BF8D-CC19-4D88-8268-D162B908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C37E9-D6FF-6D2E-CCCD-69876A09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B4E4-AD40-0BBB-5B83-B34C8716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383E0-E3BA-487A-F1CE-35C3E703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2B5EC-367A-A661-0FF1-BABCDF90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373EB-8547-A75B-B63A-8D83DF86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0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5240F-9D6E-5E5B-5739-A764AAD3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5E38A-2B47-3BE4-FDBB-F1DA85C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3BECA-2872-CB7C-70B9-C193C72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9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55EF-3FB5-CEEA-B5B9-DF825D06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C253-96E3-ADD3-298D-DC078E1C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79389-2AC9-39C4-5C51-4372015E3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7FBA9-D34A-DF22-4030-7CC81ACC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2565A-DCE6-BEB8-C0B4-AB737C21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8F334-691D-4D47-5697-B841F7F0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B2BD-9587-900E-7B78-C09E1220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4C592-D295-8F91-555F-5104C216D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0948D-CF7C-759D-183B-4A97A197F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657F6-AD68-A51D-F55B-E1258283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BE1E4-7D6D-F6F3-7A20-AD503FA2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550FD-9475-C54F-A97D-75D44613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DE25-DCBC-D358-9606-1AFAC0C1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9CA90-1A03-8F33-D4D4-698AE6B2B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36D4-D9FF-3984-32C8-E310533C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07F2-5888-0388-EEC2-737DB1C4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26C5-0E2E-A976-A6BA-B4D7B67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24D53-CB44-64E5-F537-B0AC6B350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69E02-5B4E-B2E2-BF0E-FFAB403E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F28F0-7539-0FB2-62D6-933FEFE2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D598-96DB-8BDF-7A86-05A1D81C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07A8-426C-583A-2AB9-069E9B29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3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A0F04-FAD4-97D9-A6C1-4A942534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B0C2-37FD-4F81-D9FA-1A82879BF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38CD-676D-868D-91EF-E89C850F7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BE4D0-E68C-4FB2-8B3A-AA41DAF039F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1AA0-E6E0-8ED1-29A0-12D5FC02F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B170-770F-E884-8E03-34B29117A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8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3A5304-1DD4-1448-EB8F-F50DA11AEA9F}"/>
              </a:ext>
            </a:extLst>
          </p:cNvPr>
          <p:cNvSpPr/>
          <p:nvPr/>
        </p:nvSpPr>
        <p:spPr>
          <a:xfrm>
            <a:off x="-228600" y="-186861"/>
            <a:ext cx="12192000" cy="7142831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5400" dirty="0">
                <a:ea typeface="Calibri"/>
                <a:cs typeface="Calibri"/>
              </a:rPr>
              <a:t>Stay-Mate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494D9B-A64C-5821-35E0-80140852AFAD}"/>
              </a:ext>
            </a:extLst>
          </p:cNvPr>
          <p:cNvSpPr/>
          <p:nvPr/>
        </p:nvSpPr>
        <p:spPr>
          <a:xfrm>
            <a:off x="0" y="-186861"/>
            <a:ext cx="1709057" cy="6926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rrrrrrrr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B9D15-33D0-DD82-F9B9-A62E397585AB}"/>
              </a:ext>
            </a:extLst>
          </p:cNvPr>
          <p:cNvGrpSpPr/>
          <p:nvPr/>
        </p:nvGrpSpPr>
        <p:grpSpPr>
          <a:xfrm rot="9009327">
            <a:off x="6335507" y="50711"/>
            <a:ext cx="2299791" cy="5480193"/>
            <a:chOff x="3753542" y="990487"/>
            <a:chExt cx="2046332" cy="487622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8F1EA6-1449-2D14-64DF-6AE6F61827F1}"/>
                </a:ext>
              </a:extLst>
            </p:cNvPr>
            <p:cNvSpPr/>
            <p:nvPr/>
          </p:nvSpPr>
          <p:spPr>
            <a:xfrm rot="2843287">
              <a:off x="3753542" y="3846218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4" fmla="*/ 2111931 w 4040982"/>
                <a:gd name="connsiteY4" fmla="*/ 91440 h 4040982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0" fmla="*/ 4040982 w 4040982"/>
                <a:gd name="connsiteY0" fmla="*/ 0 h 2020491"/>
                <a:gd name="connsiteX1" fmla="*/ 2020491 w 4040982"/>
                <a:gd name="connsiteY1" fmla="*/ 2020491 h 2020491"/>
                <a:gd name="connsiteX2" fmla="*/ 0 w 4040982"/>
                <a:gd name="connsiteY2" fmla="*/ 0 h 2020491"/>
                <a:gd name="connsiteX0" fmla="*/ 2020491 w 2020491"/>
                <a:gd name="connsiteY0" fmla="*/ 0 h 2020491"/>
                <a:gd name="connsiteX1" fmla="*/ 0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2020491" y="0"/>
                  </a:moveTo>
                  <a:cubicBezTo>
                    <a:pt x="2020491" y="1115886"/>
                    <a:pt x="1115886" y="2020491"/>
                    <a:pt x="0" y="2020491"/>
                  </a:cubicBezTo>
                </a:path>
              </a:pathLst>
            </a:custGeom>
            <a:noFill/>
            <a:ln w="403225" cap="rnd">
              <a:gradFill>
                <a:gsLst>
                  <a:gs pos="0">
                    <a:schemeClr val="bg1"/>
                  </a:gs>
                  <a:gs pos="100000">
                    <a:srgbClr val="23AAAD"/>
                  </a:gs>
                </a:gsLst>
                <a:lin ang="21594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6BA0D63-1A8C-FA71-AF34-8D981C9DA020}"/>
                </a:ext>
              </a:extLst>
            </p:cNvPr>
            <p:cNvSpPr/>
            <p:nvPr/>
          </p:nvSpPr>
          <p:spPr>
            <a:xfrm rot="18815050">
              <a:off x="3779383" y="990487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0 w 4040982"/>
                <a:gd name="connsiteY0" fmla="*/ 2020491 h 4040982"/>
                <a:gd name="connsiteX1" fmla="*/ 2020491 w 4040982"/>
                <a:gd name="connsiteY1" fmla="*/ 0 h 4040982"/>
                <a:gd name="connsiteX2" fmla="*/ 4040982 w 4040982"/>
                <a:gd name="connsiteY2" fmla="*/ 2020491 h 4040982"/>
                <a:gd name="connsiteX3" fmla="*/ 2020491 w 4040982"/>
                <a:gd name="connsiteY3" fmla="*/ 4040982 h 4040982"/>
                <a:gd name="connsiteX4" fmla="*/ 91440 w 4040982"/>
                <a:gd name="connsiteY4" fmla="*/ 2111931 h 4040982"/>
                <a:gd name="connsiteX0" fmla="*/ 1935425 w 3955916"/>
                <a:gd name="connsiteY0" fmla="*/ 0 h 4040982"/>
                <a:gd name="connsiteX1" fmla="*/ 3955916 w 3955916"/>
                <a:gd name="connsiteY1" fmla="*/ 2020491 h 4040982"/>
                <a:gd name="connsiteX2" fmla="*/ 1935425 w 3955916"/>
                <a:gd name="connsiteY2" fmla="*/ 4040982 h 4040982"/>
                <a:gd name="connsiteX3" fmla="*/ 6374 w 3955916"/>
                <a:gd name="connsiteY3" fmla="*/ 2111931 h 4040982"/>
                <a:gd name="connsiteX0" fmla="*/ 0 w 2020491"/>
                <a:gd name="connsiteY0" fmla="*/ 0 h 4040982"/>
                <a:gd name="connsiteX1" fmla="*/ 2020491 w 2020491"/>
                <a:gd name="connsiteY1" fmla="*/ 2020491 h 4040982"/>
                <a:gd name="connsiteX2" fmla="*/ 0 w 2020491"/>
                <a:gd name="connsiteY2" fmla="*/ 4040982 h 4040982"/>
                <a:gd name="connsiteX0" fmla="*/ 0 w 2020491"/>
                <a:gd name="connsiteY0" fmla="*/ 0 h 2020491"/>
                <a:gd name="connsiteX1" fmla="*/ 2020491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0" y="0"/>
                  </a:moveTo>
                  <a:cubicBezTo>
                    <a:pt x="1115886" y="0"/>
                    <a:pt x="2020491" y="904605"/>
                    <a:pt x="2020491" y="2020491"/>
                  </a:cubicBezTo>
                </a:path>
              </a:pathLst>
            </a:custGeom>
            <a:noFill/>
            <a:ln w="403225" cap="rnd">
              <a:gradFill>
                <a:gsLst>
                  <a:gs pos="100000">
                    <a:schemeClr val="bg1"/>
                  </a:gs>
                  <a:gs pos="0">
                    <a:srgbClr val="F39E3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"/>
            </a:p>
          </p:txBody>
        </p:sp>
      </p:grp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C91A7A9-76C6-5C2E-478B-78958A205DC7}"/>
              </a:ext>
            </a:extLst>
          </p:cNvPr>
          <p:cNvSpPr/>
          <p:nvPr/>
        </p:nvSpPr>
        <p:spPr>
          <a:xfrm>
            <a:off x="8628856" y="746366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C79B913-9121-C0E3-775A-7CF709668169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997406" y="5740400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52F024-178F-4960-6EC5-A5B6B07D9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94" y="209112"/>
            <a:ext cx="961988" cy="96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0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51E2-5E7D-11D4-8519-E5B061EC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C314-F35F-D34D-E2E0-CB11D2E6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Calibri"/>
                <a:ea typeface="Calibri"/>
                <a:cs typeface="Calibri"/>
              </a:rPr>
              <a:t>Agenda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2BC5-E200-A8EF-947F-D2D65E9B2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40959"/>
            <a:ext cx="10515591" cy="42802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Project Overview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Tech Stack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Features (CRUD)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API Workflow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Postman Testing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Conclusion</a:t>
            </a:r>
            <a:endParaRPr lang="en-US" sz="3200" dirty="0"/>
          </a:p>
          <a:p>
            <a:pPr algn="just">
              <a:buNone/>
            </a:pPr>
            <a:endParaRPr lang="en-US" b="1" dirty="0"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6A2CF0-4EBB-27DD-C7A1-12777F840915}"/>
              </a:ext>
            </a:extLst>
          </p:cNvPr>
          <p:cNvGrpSpPr/>
          <p:nvPr/>
        </p:nvGrpSpPr>
        <p:grpSpPr>
          <a:xfrm>
            <a:off x="221986" y="6188230"/>
            <a:ext cx="5699842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B165D0-A3C4-A8FB-4966-C854FF22CC67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270BBEF-DAEF-880E-E36B-EB261F0F0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83D593-93F5-9A09-D173-9DEB8ECEDAD6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1B5C496-863A-1893-8BE0-D3D42929C407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4709A70-213B-94F0-9404-1E1D979E553C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CD65D4-6272-DA83-123E-CD75FD451B0F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8E9C0D0-5595-E260-B199-F3E162CE7F37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8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F0F6-8883-69EE-5065-C0FCB7A1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Calibri"/>
                <a:ea typeface="Calibri"/>
                <a:cs typeface="Calibri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ECB5-3247-C946-5FC7-A3DADEB2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40959"/>
            <a:ext cx="10515591" cy="42802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endParaRPr lang="en-US" b="1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This project is a practical experience in designing RESTful APIs for hotel Management.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Integrated booking functionalities, customer management.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Emphasis on data integrity and performance.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Provides CRUD operations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Tested using Postman</a:t>
            </a:r>
            <a:endParaRPr lang="en-US" dirty="0"/>
          </a:p>
          <a:p>
            <a:pPr algn="just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63EB93-95F1-96AB-E43F-9F8E3EE3C6B1}"/>
              </a:ext>
            </a:extLst>
          </p:cNvPr>
          <p:cNvGrpSpPr/>
          <p:nvPr/>
        </p:nvGrpSpPr>
        <p:grpSpPr>
          <a:xfrm>
            <a:off x="221986" y="6188230"/>
            <a:ext cx="5699842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06FC11-3747-517A-912D-354B7A237B3E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A190ABA-78E8-614E-49E8-0ABDC287D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DB755D5-9398-0A5D-CDA4-B0B2289B6141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57470C1-8613-1A45-9728-DBAE0D8ABCB2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6E37CDA-39D9-6275-4960-EF801BC183B4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BD3BD71-CBD1-74E3-F8A5-59C5B7363872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6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535CA-D080-8322-DD53-B1D89AB8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8656CE3-6D1C-7DFE-F883-C3D3D0B5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Calibri"/>
                <a:ea typeface="Calibri"/>
                <a:cs typeface="Calibri"/>
              </a:rPr>
              <a:t>                                   Tech Stack</a:t>
            </a:r>
            <a:endParaRPr lang="en-US" sz="40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722D-6BBC-51BB-37F6-0BBA26F3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ea typeface="+mn-lt"/>
                <a:cs typeface="+mn-lt"/>
              </a:rPr>
              <a:t>Programming Language: Python.</a:t>
            </a:r>
          </a:p>
          <a:p>
            <a:r>
              <a:rPr lang="en-US" sz="3200" dirty="0">
                <a:ea typeface="+mn-lt"/>
                <a:cs typeface="+mn-lt"/>
              </a:rPr>
              <a:t>Web Framework: </a:t>
            </a:r>
            <a:r>
              <a:rPr lang="en-US" sz="3200" dirty="0" err="1">
                <a:ea typeface="+mn-lt"/>
                <a:cs typeface="+mn-lt"/>
              </a:rPr>
              <a:t>FastAPI</a:t>
            </a:r>
            <a:endParaRPr lang="en-US" sz="3200" dirty="0">
              <a:ea typeface="+mn-lt"/>
              <a:cs typeface="+mn-lt"/>
            </a:endParaRPr>
          </a:p>
          <a:p>
            <a:r>
              <a:rPr lang="en-US" sz="3200" dirty="0">
                <a:ea typeface="+mn-lt"/>
                <a:cs typeface="+mn-lt"/>
              </a:rPr>
              <a:t>Database: MongoDB</a:t>
            </a:r>
          </a:p>
          <a:p>
            <a:r>
              <a:rPr lang="en-US" sz="3200" dirty="0">
                <a:ea typeface="+mn-lt"/>
                <a:cs typeface="+mn-lt"/>
              </a:rPr>
              <a:t>Authentication: JWT</a:t>
            </a:r>
          </a:p>
          <a:p>
            <a:r>
              <a:rPr lang="en-US" sz="3200" dirty="0">
                <a:ea typeface="+mn-lt"/>
                <a:cs typeface="+mn-lt"/>
              </a:rPr>
              <a:t>Utilities &amp;Tools: Git, </a:t>
            </a:r>
            <a:r>
              <a:rPr lang="en-US" sz="3200" dirty="0" err="1">
                <a:ea typeface="+mn-lt"/>
                <a:cs typeface="+mn-lt"/>
              </a:rPr>
              <a:t>Pydantic</a:t>
            </a:r>
            <a:r>
              <a:rPr lang="en-US" sz="3200" dirty="0">
                <a:ea typeface="+mn-lt"/>
                <a:cs typeface="+mn-lt"/>
              </a:rPr>
              <a:t>, Postman, VS Code.</a:t>
            </a:r>
            <a:endParaRPr lang="en-US" sz="3200" dirty="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DEFDAB-FA5E-4373-2D7C-0C31D5E39087}"/>
              </a:ext>
            </a:extLst>
          </p:cNvPr>
          <p:cNvGrpSpPr/>
          <p:nvPr/>
        </p:nvGrpSpPr>
        <p:grpSpPr>
          <a:xfrm>
            <a:off x="232871" y="6271130"/>
            <a:ext cx="5514785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397A39-5643-70AD-66A0-93B170F25E25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C18C345-5455-8748-126A-A1EDD8A55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DDCCB3-CF1F-7B8D-1308-55216D5C9293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1C0C415-C675-99ED-D788-A856E63CB67A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69ABA05-7211-25D1-878F-E8A63EB08FD8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203F55F-1C78-D52E-BD12-223E8858CD81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45D1E15-18DB-AFA3-5964-23E78454A524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7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DF0B5-B61D-70C5-4A32-6501DE3E1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Problem</a:t>
            </a:r>
            <a:r>
              <a:rPr lang="en-US" dirty="0"/>
              <a:t>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53ECF-0A7D-6D9F-8747-441A6E4FB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4486" cy="3225346"/>
          </a:xfrm>
        </p:spPr>
        <p:txBody>
          <a:bodyPr/>
          <a:lstStyle/>
          <a:p>
            <a:r>
              <a:rPr lang="en-US" dirty="0"/>
              <a:t>Fragmented hotel booking systems with poor integration and data consistency.</a:t>
            </a:r>
          </a:p>
          <a:p>
            <a:r>
              <a:rPr lang="en-US" dirty="0"/>
              <a:t>Challenges in securing customer data and handling concurrent bookings.</a:t>
            </a:r>
            <a:endParaRPr lang="en-IN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7BFE748-D85F-F733-A8B9-1FD3DE180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871" y="6271130"/>
            <a:ext cx="398648" cy="388987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BE10B92-ABE9-5C73-B7E4-B3436808EF35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7E55D58-2F21-3B23-C256-FF0205C5CA00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48F3AE9-4270-42A6-8737-1953236DDCB7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2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5DE1-C535-4115-7787-DBD271D1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9FE7-9914-1DD9-C5CA-43EA5F9F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FC3BE-4991-9B75-0DD0-0F5680297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4486" cy="3225346"/>
          </a:xfrm>
        </p:spPr>
        <p:txBody>
          <a:bodyPr/>
          <a:lstStyle/>
          <a:p>
            <a:r>
              <a:rPr lang="en-US" dirty="0"/>
              <a:t>Unified , secure, and scalable platform. </a:t>
            </a:r>
          </a:p>
          <a:p>
            <a:r>
              <a:rPr lang="en-US" dirty="0"/>
              <a:t>Allows browsing , </a:t>
            </a:r>
            <a:r>
              <a:rPr lang="en-US" dirty="0" err="1"/>
              <a:t>booking,and</a:t>
            </a:r>
            <a:r>
              <a:rPr lang="en-US" dirty="0"/>
              <a:t> managing hotel rooms efficiently.</a:t>
            </a:r>
          </a:p>
          <a:p>
            <a:r>
              <a:rPr lang="en-US" dirty="0"/>
              <a:t>Admin Management of inventory and reservations.</a:t>
            </a:r>
            <a:endParaRPr lang="en-IN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68BD95-F344-C38D-5EAC-9AF0CD9FE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871" y="6271130"/>
            <a:ext cx="398648" cy="388987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C9F9E8F-3A3D-CF96-7730-F0C1808BFF9B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9A2435A-98BF-50B6-FB1F-A9049F0830BD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EEDFFD1-2030-F686-ACF2-25FA4DF2A9F2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69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371A-D099-D780-5B1F-33E28E5D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B243B-E527-47EA-830D-049AAC20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Features &amp; Benefits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AC9C3-53B4-AB8F-27D3-9A608AF1F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4486" cy="3225346"/>
          </a:xfrm>
        </p:spPr>
        <p:txBody>
          <a:bodyPr/>
          <a:lstStyle/>
          <a:p>
            <a:r>
              <a:rPr lang="en-US" dirty="0"/>
              <a:t>User Registration and Authentication</a:t>
            </a:r>
          </a:p>
          <a:p>
            <a:r>
              <a:rPr lang="en-US" dirty="0"/>
              <a:t>Hotel management</a:t>
            </a:r>
          </a:p>
          <a:p>
            <a:r>
              <a:rPr lang="en-US" dirty="0"/>
              <a:t>Room Inventory Tracking</a:t>
            </a:r>
          </a:p>
          <a:p>
            <a:r>
              <a:rPr lang="en-US" dirty="0"/>
              <a:t>Booking Management</a:t>
            </a:r>
          </a:p>
          <a:p>
            <a:r>
              <a:rPr lang="en-US" dirty="0"/>
              <a:t>Scalability</a:t>
            </a:r>
            <a:endParaRPr lang="en-IN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6F80D67-BD23-9B5A-C8DA-A0553AF4A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2871" y="6271130"/>
            <a:ext cx="398648" cy="388987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BE8F93DC-AEF3-4291-27AE-B3B1DE295109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DA5A3E24-CD31-A52A-BC82-5D05B3436BE4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C4D31CC-3588-1DAF-7DE4-CB5844141B7C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8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88F8-073A-5FCF-7308-2EC60CDF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DA5EEB-CE11-BB00-B36B-FA135219FC20}"/>
              </a:ext>
            </a:extLst>
          </p:cNvPr>
          <p:cNvSpPr/>
          <p:nvPr/>
        </p:nvSpPr>
        <p:spPr>
          <a:xfrm>
            <a:off x="9496552" y="4594034"/>
            <a:ext cx="2258446" cy="199405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C0A1B-AD10-EA61-F694-B86EA26ACD13}"/>
              </a:ext>
            </a:extLst>
          </p:cNvPr>
          <p:cNvSpPr/>
          <p:nvPr/>
        </p:nvSpPr>
        <p:spPr>
          <a:xfrm>
            <a:off x="6700698" y="140271"/>
            <a:ext cx="3776344" cy="33623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A0819-0D3C-02E0-6DBB-4E9689E40008}"/>
              </a:ext>
            </a:extLst>
          </p:cNvPr>
          <p:cNvGrpSpPr/>
          <p:nvPr/>
        </p:nvGrpSpPr>
        <p:grpSpPr>
          <a:xfrm>
            <a:off x="126706" y="6376302"/>
            <a:ext cx="5370579" cy="388987"/>
            <a:chOff x="618333" y="6026099"/>
            <a:chExt cx="5370579" cy="3889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7F195B-8CF8-2175-9BC5-9CE49FA48C1C}"/>
                </a:ext>
              </a:extLst>
            </p:cNvPr>
            <p:cNvSpPr txBox="1"/>
            <p:nvPr/>
          </p:nvSpPr>
          <p:spPr>
            <a:xfrm>
              <a:off x="1123157" y="6050614"/>
              <a:ext cx="4865755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FE5C1F2-A290-1FBE-0BC2-EC5F0E88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3F2914-AE79-DECF-8393-B159B3697381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D6B3D08-F22C-C780-532A-27893456D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686" y="737037"/>
            <a:ext cx="4112516" cy="54974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44F30B-59A9-ADEF-7793-655D10749199}"/>
              </a:ext>
            </a:extLst>
          </p:cNvPr>
          <p:cNvSpPr txBox="1"/>
          <p:nvPr/>
        </p:nvSpPr>
        <p:spPr>
          <a:xfrm>
            <a:off x="256157" y="381342"/>
            <a:ext cx="512029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4000" dirty="0">
                <a:ea typeface="+mn-lt"/>
                <a:cs typeface="+mn-lt"/>
              </a:rPr>
              <a:t>Architecture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AC8E6-C190-9D45-51B3-FAE61F7907B3}"/>
              </a:ext>
            </a:extLst>
          </p:cNvPr>
          <p:cNvSpPr txBox="1"/>
          <p:nvPr/>
        </p:nvSpPr>
        <p:spPr>
          <a:xfrm>
            <a:off x="273082" y="1211804"/>
            <a:ext cx="6297965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latin typeface="Calibri"/>
                <a:ea typeface="+mn-lt"/>
                <a:cs typeface="+mn-lt"/>
              </a:rPr>
              <a:t>material-delivery-</a:t>
            </a:r>
            <a:r>
              <a:rPr lang="en-GB" sz="2400" dirty="0" err="1">
                <a:latin typeface="Calibri"/>
                <a:ea typeface="+mn-lt"/>
                <a:cs typeface="+mn-lt"/>
              </a:rPr>
              <a:t>api</a:t>
            </a:r>
            <a:r>
              <a:rPr lang="en-GB" sz="2400" dirty="0">
                <a:latin typeface="Calibri"/>
                <a:ea typeface="+mn-lt"/>
                <a:cs typeface="+mn-lt"/>
              </a:rPr>
              <a:t>/ 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endParaRPr lang="en-GB" sz="2400" dirty="0">
              <a:latin typeface="Calibri"/>
              <a:ea typeface="+mn-lt"/>
              <a:cs typeface="+mn-lt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|__main.py                       # </a:t>
            </a:r>
            <a:r>
              <a:rPr lang="en-GB" sz="2400" dirty="0" err="1">
                <a:latin typeface="Calibri"/>
                <a:ea typeface="+mn-lt"/>
                <a:cs typeface="+mn-lt"/>
              </a:rPr>
              <a:t>FastAPI</a:t>
            </a:r>
            <a:r>
              <a:rPr lang="en-GB" sz="2400" dirty="0">
                <a:latin typeface="Calibri"/>
                <a:ea typeface="+mn-lt"/>
                <a:cs typeface="+mn-lt"/>
              </a:rPr>
              <a:t> app entry point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 |__database.py               # MongoDB connection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 |__models.py                  # </a:t>
            </a:r>
            <a:r>
              <a:rPr lang="en-GB" sz="2400" dirty="0" err="1">
                <a:latin typeface="Calibri"/>
                <a:ea typeface="+mn-lt"/>
                <a:cs typeface="+mn-lt"/>
              </a:rPr>
              <a:t>Pydantic</a:t>
            </a:r>
            <a:r>
              <a:rPr lang="en-GB" sz="2400" dirty="0">
                <a:latin typeface="Calibri"/>
                <a:ea typeface="+mn-lt"/>
                <a:cs typeface="+mn-lt"/>
              </a:rPr>
              <a:t> schemas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 |__crud.py                       # CRUD operations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 |__.env                            # Environment variables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 |__routes                       # routes</a:t>
            </a:r>
            <a:endParaRPr lang="en-GB" sz="2400" dirty="0">
              <a:latin typeface="Calibri"/>
              <a:ea typeface="Calibri"/>
              <a:cs typeface="Calibri"/>
            </a:endParaRPr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|__requirements.txt     # Dependencies</a:t>
            </a:r>
            <a:endParaRPr lang="en-GB" dirty="0"/>
          </a:p>
          <a:p>
            <a:r>
              <a:rPr lang="en-GB" sz="2400" dirty="0">
                <a:latin typeface="Calibri"/>
                <a:ea typeface="+mn-lt"/>
                <a:cs typeface="+mn-lt"/>
              </a:rPr>
              <a:t>|__</a:t>
            </a:r>
            <a:r>
              <a:rPr lang="en-GB" sz="2400" dirty="0" err="1">
                <a:latin typeface="Calibri"/>
                <a:ea typeface="+mn-lt"/>
                <a:cs typeface="+mn-lt"/>
              </a:rPr>
              <a:t>Material_Delivery_API.postman_collection.json</a:t>
            </a:r>
            <a:r>
              <a:rPr lang="en-GB" sz="2400" dirty="0">
                <a:latin typeface="Calibri"/>
                <a:ea typeface="+mn-lt"/>
                <a:cs typeface="+mn-lt"/>
              </a:rPr>
              <a:t>                                     # Json Storage</a:t>
            </a:r>
            <a:endParaRPr lang="en-GB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14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8EAF-B10B-D3CB-8866-DEB36595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326"/>
            <a:ext cx="10515600" cy="1023290"/>
          </a:xfrm>
        </p:spPr>
        <p:txBody>
          <a:bodyPr>
            <a:normAutofit/>
          </a:bodyPr>
          <a:lstStyle/>
          <a:p>
            <a:pPr algn="ctr"/>
            <a:endParaRPr lang="en-IN" b="1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02CEC96-917F-F5DB-6181-A916C712983E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4CEEE52-5885-5956-66A1-3438CD49DCE9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4C348A-9148-34AF-2105-D3F121073431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24A1A9-9EA3-46F1-6417-9E7900E3A706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415DFB4-2B9C-8DEB-A07C-7DC3FDF58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5B1BB2-6152-6503-8330-06F847EFF45D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A8F310-47CE-D4F8-8631-81CB09F2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60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22B-C361-6BC6-BBA9-9CB13333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0AA06F-6C54-6971-B5AE-1727DC0183B6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5C4D3C-49C5-A6F7-E081-960C801F7665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3024A23-B966-99F0-2932-F8041F7DA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B1A33C0-487C-9565-F78C-5640D9A50B14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B093629-D47A-7CB9-6C09-21BA28FC3426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58BFB37-5A63-C8D0-421D-BBBD1A0413D3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E2D424A-23D2-21A0-A20A-3103B805FD45}"/>
              </a:ext>
            </a:extLst>
          </p:cNvPr>
          <p:cNvSpPr/>
          <p:nvPr/>
        </p:nvSpPr>
        <p:spPr>
          <a:xfrm>
            <a:off x="10545724" y="5936595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B7B15-45A0-0452-A1B7-15716A2C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10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D817-0C9A-83B2-07E2-52685EA0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E2D6C21-5F23-FE6A-46C8-637BD7293947}"/>
              </a:ext>
            </a:extLst>
          </p:cNvPr>
          <p:cNvGrpSpPr/>
          <p:nvPr/>
        </p:nvGrpSpPr>
        <p:grpSpPr>
          <a:xfrm>
            <a:off x="732633" y="442914"/>
            <a:ext cx="5130795" cy="5115464"/>
            <a:chOff x="965200" y="1122616"/>
            <a:chExt cx="4248146" cy="42354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0668FB-C0DE-2873-C921-894C7C9EF43B}"/>
                </a:ext>
              </a:extLst>
            </p:cNvPr>
            <p:cNvSpPr/>
            <p:nvPr/>
          </p:nvSpPr>
          <p:spPr>
            <a:xfrm>
              <a:off x="965200" y="1122616"/>
              <a:ext cx="2095498" cy="2095498"/>
            </a:xfrm>
            <a:prstGeom prst="rect">
              <a:avLst/>
            </a:prstGeom>
            <a:solidFill>
              <a:srgbClr val="1B13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004D42-ABE9-D347-A138-5607C5AFBED4}"/>
                </a:ext>
              </a:extLst>
            </p:cNvPr>
            <p:cNvSpPr/>
            <p:nvPr/>
          </p:nvSpPr>
          <p:spPr>
            <a:xfrm>
              <a:off x="3117848" y="3262570"/>
              <a:ext cx="2095498" cy="2095498"/>
            </a:xfrm>
            <a:prstGeom prst="rect">
              <a:avLst/>
            </a:prstGeom>
            <a:solidFill>
              <a:srgbClr val="F39E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C823BB-6B2F-B4F6-47E3-4FFDCDFAED88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6A94CE-24C3-FA4D-37A2-349BF4F0D6D2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753CF436-093F-67CD-A9E7-D8D374E10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8E9420E-5C17-032D-AB00-A0171B6EFDCE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D72ED9-8036-2166-326F-A68C3C8511B0}"/>
              </a:ext>
            </a:extLst>
          </p:cNvPr>
          <p:cNvSpPr txBox="1"/>
          <p:nvPr/>
        </p:nvSpPr>
        <p:spPr>
          <a:xfrm>
            <a:off x="5871305" y="892957"/>
            <a:ext cx="5905409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28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ea typeface="+mn-lt"/>
                <a:cs typeface="+mn-lt"/>
              </a:rPr>
              <a:t> AI recommendations.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ea typeface="+mn-lt"/>
                <a:cs typeface="+mn-lt"/>
              </a:rPr>
              <a:t>Advanced payment methods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ea typeface="+mn-lt"/>
                <a:cs typeface="+mn-lt"/>
              </a:rPr>
              <a:t>Analytical dashboards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ea typeface="+mn-lt"/>
                <a:cs typeface="+mn-lt"/>
              </a:rPr>
              <a:t>Loyalty programs in </a:t>
            </a:r>
            <a:r>
              <a:rPr lang="en-GB" sz="2800" dirty="0">
                <a:latin typeface="Consolas"/>
              </a:rPr>
              <a:t>app.log</a:t>
            </a:r>
            <a:r>
              <a:rPr lang="en-GB" sz="2800" dirty="0">
                <a:ea typeface="+mn-lt"/>
                <a:cs typeface="+mn-lt"/>
              </a:rPr>
              <a:t>.</a:t>
            </a:r>
          </a:p>
          <a:p>
            <a:endParaRPr lang="en-GB" sz="2800" dirty="0">
              <a:ea typeface="+mn-lt"/>
              <a:cs typeface="+mn-lt"/>
            </a:endParaRPr>
          </a:p>
          <a:p>
            <a:pPr algn="l"/>
            <a:endParaRPr lang="en-GB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5FDCF-9092-2F1C-3DEE-2FAB31447AE3}"/>
              </a:ext>
            </a:extLst>
          </p:cNvPr>
          <p:cNvSpPr txBox="1"/>
          <p:nvPr/>
        </p:nvSpPr>
        <p:spPr>
          <a:xfrm>
            <a:off x="5153764" y="193470"/>
            <a:ext cx="578593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000" b="1" dirty="0">
                <a:latin typeface="+mj-lt"/>
                <a:ea typeface="Calibri"/>
                <a:cs typeface="Calibri"/>
              </a:rPr>
              <a:t>Future</a:t>
            </a:r>
            <a:r>
              <a:rPr lang="en-GB" sz="4000" b="1" dirty="0">
                <a:ea typeface="Calibri"/>
                <a:cs typeface="Calibri"/>
              </a:rPr>
              <a:t> </a:t>
            </a:r>
            <a:r>
              <a:rPr lang="en-GB" sz="4000" b="1" dirty="0">
                <a:latin typeface="+mj-lt"/>
                <a:ea typeface="Calibri"/>
                <a:cs typeface="Calibri"/>
              </a:rPr>
              <a:t>Enhancement</a:t>
            </a:r>
            <a:endParaRPr lang="en-US" sz="4000" dirty="0">
              <a:latin typeface="+mj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8460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D2BD-56A7-638C-4DB6-B34382C7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Conclusion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D6A9D-650C-27DB-79E6-99364DECD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Stay-Mate provides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77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5D6E-75BE-3BF8-DDFF-AEFFFAB7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7251C9-50E1-D6E7-1A31-0100DAF93BD5}"/>
              </a:ext>
            </a:extLst>
          </p:cNvPr>
          <p:cNvSpPr/>
          <p:nvPr/>
        </p:nvSpPr>
        <p:spPr>
          <a:xfrm>
            <a:off x="0" y="5871188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37761C-828E-FF7C-E1DA-E59A8E2AF68F}"/>
              </a:ext>
            </a:extLst>
          </p:cNvPr>
          <p:cNvGrpSpPr/>
          <p:nvPr/>
        </p:nvGrpSpPr>
        <p:grpSpPr>
          <a:xfrm>
            <a:off x="732633" y="6026099"/>
            <a:ext cx="4886323" cy="388987"/>
            <a:chOff x="618333" y="6026099"/>
            <a:chExt cx="4886323" cy="38898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643686-7E6A-4CFC-EB4B-F0BC1CE50BFB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>
                  <a:solidFill>
                    <a:srgbClr val="1B134C"/>
                  </a:solidFill>
                  <a:latin typeface="Poppins"/>
                  <a:cs typeface="Poppins"/>
                </a:rPr>
                <a:t>PPT Deck Name</a:t>
              </a:r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B8019E4-3052-E355-AC05-A6B236742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EA24FC2-CF6A-5B4D-1C5F-4C0CC5ABE0AB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025B9C4-F752-BA55-ED61-374A73D75A56}"/>
              </a:ext>
            </a:extLst>
          </p:cNvPr>
          <p:cNvSpPr/>
          <p:nvPr/>
        </p:nvSpPr>
        <p:spPr>
          <a:xfrm>
            <a:off x="5350417" y="5188524"/>
            <a:ext cx="12353" cy="30919"/>
          </a:xfrm>
          <a:custGeom>
            <a:avLst/>
            <a:gdLst>
              <a:gd name="connsiteX0" fmla="*/ 12353 w 12353"/>
              <a:gd name="connsiteY0" fmla="*/ 0 h 30919"/>
              <a:gd name="connsiteX1" fmla="*/ 12353 w 12353"/>
              <a:gd name="connsiteY1" fmla="*/ 30919 h 30919"/>
              <a:gd name="connsiteX2" fmla="*/ 0 w 12353"/>
              <a:gd name="connsiteY2" fmla="*/ 30919 h 30919"/>
              <a:gd name="connsiteX3" fmla="*/ 12353 w 12353"/>
              <a:gd name="connsiteY3" fmla="*/ 0 h 3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3" h="30919">
                <a:moveTo>
                  <a:pt x="12353" y="0"/>
                </a:moveTo>
                <a:lnTo>
                  <a:pt x="12353" y="30919"/>
                </a:lnTo>
                <a:lnTo>
                  <a:pt x="0" y="30919"/>
                </a:lnTo>
                <a:lnTo>
                  <a:pt x="1235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0F69D18-CE50-461C-EEC6-410F6DE31B4A}"/>
              </a:ext>
            </a:extLst>
          </p:cNvPr>
          <p:cNvSpPr/>
          <p:nvPr/>
        </p:nvSpPr>
        <p:spPr>
          <a:xfrm>
            <a:off x="8199398" y="5188528"/>
            <a:ext cx="12351" cy="30914"/>
          </a:xfrm>
          <a:custGeom>
            <a:avLst/>
            <a:gdLst>
              <a:gd name="connsiteX0" fmla="*/ 0 w 12351"/>
              <a:gd name="connsiteY0" fmla="*/ 0 h 30914"/>
              <a:gd name="connsiteX1" fmla="*/ 12351 w 12351"/>
              <a:gd name="connsiteY1" fmla="*/ 30914 h 30914"/>
              <a:gd name="connsiteX2" fmla="*/ 0 w 12351"/>
              <a:gd name="connsiteY2" fmla="*/ 30914 h 30914"/>
              <a:gd name="connsiteX3" fmla="*/ 0 w 12351"/>
              <a:gd name="connsiteY3" fmla="*/ 0 h 3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1" h="30914">
                <a:moveTo>
                  <a:pt x="0" y="0"/>
                </a:moveTo>
                <a:lnTo>
                  <a:pt x="12351" y="30914"/>
                </a:lnTo>
                <a:lnTo>
                  <a:pt x="0" y="3091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FE93AAB-0163-5C78-D1FF-50980A9FA6C6}"/>
              </a:ext>
            </a:extLst>
          </p:cNvPr>
          <p:cNvGrpSpPr/>
          <p:nvPr/>
        </p:nvGrpSpPr>
        <p:grpSpPr>
          <a:xfrm rot="6938371">
            <a:off x="985624" y="652133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330C967-4D19-8854-47DB-D03D3DD7FC8C}"/>
                </a:ext>
              </a:extLst>
            </p:cNvPr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rgbClr val="F6B0EF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8B0CF06-1611-0CF2-0977-55819630611E}"/>
                </a:ext>
              </a:extLst>
            </p:cNvPr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170B5B3-E78A-68DB-29C3-5DDAE0811204}"/>
              </a:ext>
            </a:extLst>
          </p:cNvPr>
          <p:cNvGrpSpPr/>
          <p:nvPr/>
        </p:nvGrpSpPr>
        <p:grpSpPr>
          <a:xfrm rot="6369985">
            <a:off x="3166311" y="1272596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763A57D-B6C7-3F71-5156-01EEBFC9D14E}"/>
                </a:ext>
              </a:extLst>
            </p:cNvPr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4A792B2-F3A3-9F41-9961-8645B034BFE3}"/>
                </a:ext>
              </a:extLst>
            </p:cNvPr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9274B3A-155E-BC4B-7AFA-D7167A86EF15}"/>
              </a:ext>
            </a:extLst>
          </p:cNvPr>
          <p:cNvGrpSpPr/>
          <p:nvPr/>
        </p:nvGrpSpPr>
        <p:grpSpPr>
          <a:xfrm rot="3580616">
            <a:off x="10329586" y="-4806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111B67-CEBA-663B-DE52-503958A94B0C}"/>
                </a:ext>
              </a:extLst>
            </p:cNvPr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rgbClr val="EA7E68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F847131-1D3F-2F12-606C-CED38765223C}"/>
                </a:ext>
              </a:extLst>
            </p:cNvPr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8D3825E-5970-7586-D169-878B8B1E9337}"/>
              </a:ext>
            </a:extLst>
          </p:cNvPr>
          <p:cNvGrpSpPr/>
          <p:nvPr/>
        </p:nvGrpSpPr>
        <p:grpSpPr>
          <a:xfrm rot="4251561">
            <a:off x="8142680" y="990100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5F071A6-D31F-30D0-23FE-D95995CEC580}"/>
                </a:ext>
              </a:extLst>
            </p:cNvPr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A87F852-C757-24CC-AA21-E7BA41C98329}"/>
                </a:ext>
              </a:extLst>
            </p:cNvPr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29CD33C-9C40-C210-295F-0604F8C284B8}"/>
              </a:ext>
            </a:extLst>
          </p:cNvPr>
          <p:cNvGrpSpPr/>
          <p:nvPr/>
        </p:nvGrpSpPr>
        <p:grpSpPr>
          <a:xfrm rot="5079748">
            <a:off x="5634384" y="1440377"/>
            <a:ext cx="1711486" cy="2134875"/>
            <a:chOff x="3677188" y="667032"/>
            <a:chExt cx="2836628" cy="3580883"/>
          </a:xfrm>
          <a:effectLst>
            <a:outerShdw blurRad="50800" dist="1905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6F1AA71-4177-BBFC-A5A1-877AC3813B10}"/>
                </a:ext>
              </a:extLst>
            </p:cNvPr>
            <p:cNvSpPr/>
            <p:nvPr/>
          </p:nvSpPr>
          <p:spPr>
            <a:xfrm>
              <a:off x="3677188" y="667032"/>
              <a:ext cx="1418314" cy="3580883"/>
            </a:xfrm>
            <a:custGeom>
              <a:avLst/>
              <a:gdLst>
                <a:gd name="connsiteX0" fmla="*/ 1418314 w 1418314"/>
                <a:gd name="connsiteY0" fmla="*/ 0 h 3580883"/>
                <a:gd name="connsiteX1" fmla="*/ 1418314 w 1418314"/>
                <a:gd name="connsiteY1" fmla="*/ 3023642 h 3580883"/>
                <a:gd name="connsiteX2" fmla="*/ 0 w 1418314"/>
                <a:gd name="connsiteY2" fmla="*/ 3580883 h 3580883"/>
                <a:gd name="connsiteX3" fmla="*/ 0 w 1418314"/>
                <a:gd name="connsiteY3" fmla="*/ 3549964 h 3580883"/>
                <a:gd name="connsiteX4" fmla="*/ 1418313 w 1418314"/>
                <a:gd name="connsiteY4" fmla="*/ 1 h 3580883"/>
                <a:gd name="connsiteX5" fmla="*/ 1418314 w 1418314"/>
                <a:gd name="connsiteY5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8314" h="3580883">
                  <a:moveTo>
                    <a:pt x="1418314" y="0"/>
                  </a:moveTo>
                  <a:lnTo>
                    <a:pt x="1418314" y="3023642"/>
                  </a:lnTo>
                  <a:lnTo>
                    <a:pt x="0" y="3580883"/>
                  </a:lnTo>
                  <a:lnTo>
                    <a:pt x="0" y="3549964"/>
                  </a:lnTo>
                  <a:lnTo>
                    <a:pt x="1418313" y="1"/>
                  </a:lnTo>
                  <a:lnTo>
                    <a:pt x="1418314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0363FB3-422E-92EB-8940-F50659E63D89}"/>
                </a:ext>
              </a:extLst>
            </p:cNvPr>
            <p:cNvSpPr/>
            <p:nvPr/>
          </p:nvSpPr>
          <p:spPr>
            <a:xfrm>
              <a:off x="5095502" y="667032"/>
              <a:ext cx="1418314" cy="3580883"/>
            </a:xfrm>
            <a:custGeom>
              <a:avLst/>
              <a:gdLst>
                <a:gd name="connsiteX0" fmla="*/ 0 w 1418314"/>
                <a:gd name="connsiteY0" fmla="*/ 0 h 3580883"/>
                <a:gd name="connsiteX1" fmla="*/ 1418314 w 1418314"/>
                <a:gd name="connsiteY1" fmla="*/ 3549969 h 3580883"/>
                <a:gd name="connsiteX2" fmla="*/ 1418314 w 1418314"/>
                <a:gd name="connsiteY2" fmla="*/ 3580883 h 3580883"/>
                <a:gd name="connsiteX3" fmla="*/ 0 w 1418314"/>
                <a:gd name="connsiteY3" fmla="*/ 3023642 h 3580883"/>
                <a:gd name="connsiteX4" fmla="*/ 0 w 1418314"/>
                <a:gd name="connsiteY4" fmla="*/ 0 h 3580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8314" h="3580883">
                  <a:moveTo>
                    <a:pt x="0" y="0"/>
                  </a:moveTo>
                  <a:lnTo>
                    <a:pt x="1418314" y="3549969"/>
                  </a:lnTo>
                  <a:lnTo>
                    <a:pt x="1418314" y="3580883"/>
                  </a:lnTo>
                  <a:lnTo>
                    <a:pt x="0" y="3023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bg2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effectLst>
                  <a:outerShdw dist="2540000" dir="10560000" sx="200000" sy="200000" algn="ctr" rotWithShape="0">
                    <a:schemeClr val="tx1">
                      <a:alpha val="67000"/>
                    </a:schemeClr>
                  </a:outerShdw>
                  <a:reflection stA="96000" endPos="65000" dist="50800" dir="5400000" sy="-100000" algn="bl" rotWithShape="0"/>
                </a:effectLst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F0E701E-3D6D-38C1-7DFA-654042AB9D10}"/>
              </a:ext>
            </a:extLst>
          </p:cNvPr>
          <p:cNvSpPr/>
          <p:nvPr/>
        </p:nvSpPr>
        <p:spPr>
          <a:xfrm>
            <a:off x="152400" y="6023588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9E3CD-4890-C761-7EF3-BC07A124DB59}"/>
              </a:ext>
            </a:extLst>
          </p:cNvPr>
          <p:cNvSpPr/>
          <p:nvPr/>
        </p:nvSpPr>
        <p:spPr>
          <a:xfrm>
            <a:off x="152400" y="6100341"/>
            <a:ext cx="3428206" cy="697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9EB030-96F4-E76F-BEF1-F353A097F930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A3BD9E-E391-A89B-20A1-62234D793C11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0327753-4E27-C8BE-14C2-5A6F5ACF0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F5B82F-7C17-DA7E-3A39-077A0CC5D3F8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86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688259-6D80-C4E7-7800-399FF0886C91}"/>
              </a:ext>
            </a:extLst>
          </p:cNvPr>
          <p:cNvSpPr txBox="1"/>
          <p:nvPr/>
        </p:nvSpPr>
        <p:spPr>
          <a:xfrm>
            <a:off x="2604691" y="2997728"/>
            <a:ext cx="69826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600" b="1" spc="-3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You!!!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088B2-7839-7182-1F4C-0A026525B9D2}"/>
              </a:ext>
            </a:extLst>
          </p:cNvPr>
          <p:cNvSpPr/>
          <p:nvPr/>
        </p:nvSpPr>
        <p:spPr>
          <a:xfrm>
            <a:off x="10877550" y="4914900"/>
            <a:ext cx="131445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8B4B88-3803-7AB5-CEFC-EE256A8F840C}"/>
              </a:ext>
            </a:extLst>
          </p:cNvPr>
          <p:cNvSpPr/>
          <p:nvPr/>
        </p:nvSpPr>
        <p:spPr>
          <a:xfrm>
            <a:off x="0" y="0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8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Widescreen</PresentationFormat>
  <Paragraphs>62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Poppins</vt:lpstr>
      <vt:lpstr>Office Theme</vt:lpstr>
      <vt:lpstr>PowerPoint Presentation</vt:lpstr>
      <vt:lpstr>Agenda</vt:lpstr>
      <vt:lpstr>Project Overview</vt:lpstr>
      <vt:lpstr>                                   Tech Stack</vt:lpstr>
      <vt:lpstr>Problem Statement</vt:lpstr>
      <vt:lpstr>Proposed Solution</vt:lpstr>
      <vt:lpstr>Features &amp; Benefits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Nandanwar</dc:creator>
  <cp:lastModifiedBy>Naga Padmaja Yelampalli</cp:lastModifiedBy>
  <cp:revision>8</cp:revision>
  <dcterms:created xsi:type="dcterms:W3CDTF">2025-08-25T08:51:55Z</dcterms:created>
  <dcterms:modified xsi:type="dcterms:W3CDTF">2025-09-09T10:52:19Z</dcterms:modified>
</cp:coreProperties>
</file>